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0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4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1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77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6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68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76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71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62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32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5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30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1D3D7-238C-4040-A842-DBCA9B263F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4B55C-A4C6-49AB-BAE2-27059F176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82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BF09-0CD8-5E63-E3B9-EEFF54642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29558" y="3519923"/>
            <a:ext cx="14399683" cy="3759917"/>
          </a:xfrm>
        </p:spPr>
        <p:txBody>
          <a:bodyPr>
            <a:noAutofit/>
          </a:bodyPr>
          <a:lstStyle/>
          <a:p>
            <a:r>
              <a:rPr lang="en-IN" sz="33858" dirty="0">
                <a:ln w="57150">
                  <a:solidFill>
                    <a:schemeClr val="tx1"/>
                  </a:solidFill>
                </a:ln>
                <a:solidFill>
                  <a:srgbClr val="33CCFF"/>
                </a:solidFill>
                <a:latin typeface="Modern No. 20" panose="02070704070505020303" pitchFamily="18" charset="0"/>
              </a:rPr>
              <a:t>STS</a:t>
            </a:r>
          </a:p>
        </p:txBody>
      </p:sp>
    </p:spTree>
    <p:extLst>
      <p:ext uri="{BB962C8B-B14F-4D97-AF65-F5344CB8AC3E}">
        <p14:creationId xmlns:p14="http://schemas.microsoft.com/office/powerpoint/2010/main" val="380690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Modern No. 20</vt:lpstr>
      <vt:lpstr>Office Theme</vt:lpstr>
      <vt:lpstr>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Soni</dc:creator>
  <cp:lastModifiedBy>Bhavya Soni</cp:lastModifiedBy>
  <cp:revision>1</cp:revision>
  <dcterms:created xsi:type="dcterms:W3CDTF">2026-05-18T10:31:16Z</dcterms:created>
  <dcterms:modified xsi:type="dcterms:W3CDTF">2026-05-18T10:32:23Z</dcterms:modified>
</cp:coreProperties>
</file>