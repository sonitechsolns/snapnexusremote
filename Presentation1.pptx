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5143500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135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211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496484"/>
            <a:ext cx="4371975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96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253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37" y="6119286"/>
            <a:ext cx="4436269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36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82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486836"/>
            <a:ext cx="4436269" cy="17674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286" y="2241551"/>
            <a:ext cx="2175941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3897" y="2241551"/>
            <a:ext cx="2186657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3897" y="3340100"/>
            <a:ext cx="2186657" cy="49127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68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953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75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657" y="1316569"/>
            <a:ext cx="2603897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167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6657" y="1316569"/>
            <a:ext cx="2603897" cy="6498167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70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049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0818" y="486834"/>
            <a:ext cx="1109067" cy="774911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616" y="486834"/>
            <a:ext cx="3262908" cy="77491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18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486836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EA3EC-9872-46FC-856C-76D4535AF18F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CF1B4-3313-4FA6-BD87-31FDC0474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18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39000">
              <a:srgbClr val="00206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70AC9-EB0D-EC0F-16BC-9731E373A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96484"/>
            <a:ext cx="5143499" cy="3183467"/>
          </a:xfrm>
        </p:spPr>
        <p:txBody>
          <a:bodyPr/>
          <a:lstStyle/>
          <a:p>
            <a:br>
              <a:rPr lang="en-IN" dirty="0">
                <a:solidFill>
                  <a:srgbClr val="FFFF00"/>
                </a:solidFill>
                <a:latin typeface="Syne ExtraBold" pitchFamily="2" charset="0"/>
              </a:rPr>
            </a:br>
            <a:r>
              <a:rPr lang="en-IN" sz="4000" dirty="0">
                <a:solidFill>
                  <a:srgbClr val="FFFF00"/>
                </a:solidFill>
                <a:latin typeface="Syne ExtraBold" pitchFamily="2" charset="0"/>
              </a:rPr>
              <a:t>SnapNexus</a:t>
            </a:r>
            <a:endParaRPr lang="en-IN" dirty="0">
              <a:solidFill>
                <a:srgbClr val="FFFF00"/>
              </a:solidFill>
              <a:latin typeface="Syne ExtraBold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207EB-DBE1-7BDA-DC70-5B488BD90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6" y="5158317"/>
            <a:ext cx="3857625" cy="2207683"/>
          </a:xfrm>
        </p:spPr>
        <p:txBody>
          <a:bodyPr>
            <a:normAutofit/>
          </a:bodyPr>
          <a:lstStyle/>
          <a:p>
            <a:endParaRPr lang="en-IN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47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2000">
              <a:srgbClr val="FF9999"/>
            </a:gs>
            <a:gs pos="100000">
              <a:schemeClr val="bg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CEC6C4-892B-DCD6-A2AE-8800654A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15C8DE-1458-DFAF-DDE0-EED9E412A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6" y="5158317"/>
            <a:ext cx="3857625" cy="2207683"/>
          </a:xfrm>
        </p:spPr>
        <p:txBody>
          <a:bodyPr>
            <a:normAutofit/>
          </a:bodyPr>
          <a:lstStyle/>
          <a:p>
            <a:endParaRPr lang="en-IN" sz="3200" dirty="0">
              <a:solidFill>
                <a:schemeClr val="bg2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0B58AD-9879-939F-8CF0-42A4FBD09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394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2000">
              <a:schemeClr val="tx1"/>
            </a:gs>
            <a:gs pos="100000">
              <a:schemeClr val="accent5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73B67-352D-0DC2-340C-4A4B122AB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C7D47F-758F-B581-A1F6-294D47198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6" y="5158317"/>
            <a:ext cx="3857625" cy="2207683"/>
          </a:xfrm>
        </p:spPr>
        <p:txBody>
          <a:bodyPr>
            <a:normAutofit/>
          </a:bodyPr>
          <a:lstStyle/>
          <a:p>
            <a:endParaRPr lang="en-IN" sz="3200" dirty="0">
              <a:solidFill>
                <a:schemeClr val="bg2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FC8803-F324-53C4-CD01-51FEFC5A6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324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3938</TotalTime>
  <Words>2</Words>
  <Application>Microsoft Office PowerPoint</Application>
  <PresentationFormat>On-screen Show (16:9)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Syne ExtraBold</vt:lpstr>
      <vt:lpstr>Office Theme</vt:lpstr>
      <vt:lpstr> SnapNexus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BHAVYAKUMAR SONI</dc:creator>
  <cp:lastModifiedBy>BHAVYAKUMAR SONI</cp:lastModifiedBy>
  <cp:revision>1</cp:revision>
  <dcterms:created xsi:type="dcterms:W3CDTF">2026-06-24T15:48:05Z</dcterms:created>
  <dcterms:modified xsi:type="dcterms:W3CDTF">2026-06-27T09:26:51Z</dcterms:modified>
</cp:coreProperties>
</file>